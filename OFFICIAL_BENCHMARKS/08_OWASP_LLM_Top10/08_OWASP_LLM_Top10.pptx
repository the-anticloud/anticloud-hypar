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2026-10-02T09:25:32.806236Z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d1a13d52485bebe710bd5f41404400c6045d02896c605412241080dfad25b463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2026-10-02T09:25:32.806236Z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