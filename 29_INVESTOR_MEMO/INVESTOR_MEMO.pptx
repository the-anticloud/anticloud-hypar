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HYPAR | Category: ARCHITECTURAL_DESIGN</a:t>
            </a:r>
          </a:p>
          <a:p>
            <a: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Generative architecture framework without data egress. Cloud-hosted alternatives leak data by architecture; Anticloud FZ LLE delivers HYPAR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HYPAR (https://github.com/hypar-io/hypar-elements,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