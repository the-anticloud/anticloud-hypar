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2026-10-02T09:25:35.027024Z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74c5b946a6aa480a4afed5e6bd8eb0237e69334ff8e267b9a132f23fca185b7f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2026-10-02T09:25:35.027024Z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